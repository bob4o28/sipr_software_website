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Century Gothic" panose="020B0502020202020204" pitchFamily="34" charset="0"/>
      <p:regular r:id="rId10"/>
      <p:bold r:id="rId11"/>
      <p:italic r:id="rId12"/>
      <p:boldItalic r:id="rId13"/>
    </p:embeddedFont>
    <p:embeddedFont>
      <p:font typeface="Noto Sans" panose="020B0502040504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9"/>
  </p:normalViewPr>
  <p:slideViewPr>
    <p:cSldViewPr snapToGrid="0">
      <p:cViewPr varScale="1">
        <p:scale>
          <a:sx n="88" d="100"/>
          <a:sy n="88" d="100"/>
        </p:scale>
        <p:origin x="17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7" name="Google Shape;2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me Card">
  <p:cSld name="Name Card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9019"/>
                  </a:srgbClr>
                </a:gs>
                <a:gs pos="36000">
                  <a:srgbClr val="9B6BF2">
                    <a:alpha val="784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882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4705"/>
                  </a:srgbClr>
                </a:gs>
                <a:gs pos="36000">
                  <a:srgbClr val="9B6BF2">
                    <a:alpha val="3921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 rot="-589932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BG"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BG"/>
            </a:p>
          </p:txBody>
        </p:sp>
      </p:grp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2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6"/>
          <p:cNvSpPr>
            <a:spLocks noGrp="1"/>
          </p:cNvSpPr>
          <p:nvPr>
            <p:ph type="pic" idx="2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784"/>
              </a:srgbClr>
            </a:outerShdw>
          </a:effectLst>
        </p:spPr>
        <p:txBody>
          <a:bodyPr/>
          <a:lstStyle/>
          <a:p>
            <a:endParaRPr lang="en-BG"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3"/>
          </p:nvPr>
        </p:nvSpPr>
        <p:spPr>
          <a:xfrm>
            <a:off x="1154954" y="5109106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4"/>
          </p:nvPr>
        </p:nvSpPr>
        <p:spPr>
          <a:xfrm>
            <a:off x="4568865" y="4532844"/>
            <a:ext cx="3050438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6"/>
          <p:cNvSpPr>
            <a:spLocks noGrp="1"/>
          </p:cNvSpPr>
          <p:nvPr>
            <p:ph type="pic" idx="5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784"/>
              </a:srgbClr>
            </a:outerShdw>
          </a:effectLst>
        </p:spPr>
        <p:txBody>
          <a:bodyPr/>
          <a:lstStyle/>
          <a:p>
            <a:endParaRPr lang="en-BG"/>
          </a:p>
        </p:txBody>
      </p:sp>
      <p:sp>
        <p:nvSpPr>
          <p:cNvPr id="64" name="Google Shape;64;p6"/>
          <p:cNvSpPr txBox="1">
            <a:spLocks noGrp="1"/>
          </p:cNvSpPr>
          <p:nvPr>
            <p:ph type="body" idx="6"/>
          </p:nvPr>
        </p:nvSpPr>
        <p:spPr>
          <a:xfrm>
            <a:off x="4570172" y="5109105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body" idx="7"/>
          </p:nvPr>
        </p:nvSpPr>
        <p:spPr>
          <a:xfrm>
            <a:off x="7982775" y="4532845"/>
            <a:ext cx="305109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6"/>
          <p:cNvSpPr>
            <a:spLocks noGrp="1"/>
          </p:cNvSpPr>
          <p:nvPr>
            <p:ph type="pic" idx="8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784"/>
              </a:srgbClr>
            </a:outerShdw>
          </a:effectLst>
        </p:spPr>
        <p:txBody>
          <a:bodyPr/>
          <a:lstStyle/>
          <a:p>
            <a:endParaRPr lang="en-BG"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9"/>
          </p:nvPr>
        </p:nvSpPr>
        <p:spPr>
          <a:xfrm>
            <a:off x="7982775" y="5109104"/>
            <a:ext cx="3051096" cy="91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68" name="Google Shape;68;p6"/>
          <p:cNvCxnSpPr/>
          <p:nvPr/>
        </p:nvCxnSpPr>
        <p:spPr>
          <a:xfrm>
            <a:off x="4405831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6"/>
          <p:cNvCxnSpPr/>
          <p:nvPr/>
        </p:nvCxnSpPr>
        <p:spPr>
          <a:xfrm>
            <a:off x="7797802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" name="Google Shape;70;p6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ftr" idx="11"/>
          </p:nvPr>
        </p:nvSpPr>
        <p:spPr>
          <a:xfrm>
            <a:off x="561111" y="6391838"/>
            <a:ext cx="3644282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5" name="Google Shape;75;p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77" name="Google Shape;77;p7"/>
          <p:cNvSpPr txBox="1"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rgbClr val="EE52A4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dt" idx="10"/>
          </p:nvPr>
        </p:nvSpPr>
        <p:spPr>
          <a:xfrm rot="5400000">
            <a:off x="10158984" y="1792224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ftr" idx="11"/>
          </p:nvPr>
        </p:nvSpPr>
        <p:spPr>
          <a:xfrm rot="5400000">
            <a:off x="8951976" y="3227832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5" name="Google Shape;85;p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9019"/>
                  </a:srgbClr>
                </a:gs>
                <a:gs pos="36000">
                  <a:srgbClr val="9B6BF2">
                    <a:alpha val="784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882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4705"/>
                  </a:srgbClr>
                </a:gs>
                <a:gs pos="36000">
                  <a:srgbClr val="9B6BF2">
                    <a:alpha val="3921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 rot="-54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3" name="Google Shape;93;p8"/>
            <p:cNvSpPr/>
            <p:nvPr/>
          </p:nvSpPr>
          <p:spPr>
            <a:xfrm rot="-5677511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5" name="Google Shape;95;p8"/>
          <p:cNvSpPr txBox="1"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8"/>
          <p:cNvSpPr txBox="1"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8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8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9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4" name="Google Shape;104;p9"/>
          <p:cNvSpPr txBox="1">
            <a:spLocks noGrp="1"/>
          </p:cNvSpPr>
          <p:nvPr>
            <p:ph type="body" idx="2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body" idx="3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body" idx="4"/>
          </p:nvPr>
        </p:nvSpPr>
        <p:spPr>
          <a:xfrm>
            <a:off x="6208712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1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5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5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0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0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7" name="Google Shape;117;p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9019"/>
                  </a:srgbClr>
                </a:gs>
                <a:gs pos="36000">
                  <a:srgbClr val="9B6BF2">
                    <a:alpha val="784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882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4705"/>
                  </a:srgbClr>
                </a:gs>
                <a:gs pos="36000">
                  <a:srgbClr val="9B6BF2">
                    <a:alpha val="3921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1"/>
            <p:cNvSpPr/>
            <p:nvPr/>
          </p:nvSpPr>
          <p:spPr>
            <a:xfrm rot="-5677511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26" name="Google Shape;126;p11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27" name="Google Shape;127;p11"/>
          <p:cNvSpPr txBox="1"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1"/>
          <p:cNvSpPr txBox="1">
            <a:spLocks noGrp="1"/>
          </p:cNvSpPr>
          <p:nvPr>
            <p:ph type="body" idx="1"/>
          </p:nvPr>
        </p:nvSpPr>
        <p:spPr>
          <a:xfrm>
            <a:off x="5781146" y="1447800"/>
            <a:ext cx="5190066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body" idx="2"/>
          </p:nvPr>
        </p:nvSpPr>
        <p:spPr>
          <a:xfrm>
            <a:off x="1154954" y="3129280"/>
            <a:ext cx="2793158" cy="289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30" name="Google Shape;130;p11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6" name="Google Shape;136;p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9019"/>
                  </a:srgbClr>
                </a:gs>
                <a:gs pos="36000">
                  <a:srgbClr val="9B6BF2">
                    <a:alpha val="784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882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4705"/>
                  </a:srgbClr>
                </a:gs>
                <a:gs pos="36000">
                  <a:srgbClr val="9B6BF2">
                    <a:alpha val="3921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2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2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2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2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45" name="Google Shape;145;p12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46" name="Google Shape;146;p12"/>
          <p:cNvSpPr txBox="1"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2"/>
          <p:cNvSpPr>
            <a:spLocks noGrp="1"/>
          </p:cNvSpPr>
          <p:nvPr>
            <p:ph type="pic" idx="2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784"/>
              </a:srgbClr>
            </a:outerShdw>
          </a:effectLst>
        </p:spPr>
      </p:sp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1154954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49" name="Google Shape;149;p12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2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5" name="Google Shape;155;p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9019"/>
                  </a:srgbClr>
                </a:gs>
                <a:gs pos="36000">
                  <a:srgbClr val="9B6BF2">
                    <a:alpha val="784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882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4705"/>
                  </a:srgbClr>
                </a:gs>
                <a:gs pos="36000">
                  <a:srgbClr val="9B6BF2">
                    <a:alpha val="3921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3"/>
            <p:cNvSpPr/>
            <p:nvPr/>
          </p:nvSpPr>
          <p:spPr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3"/>
            <p:cNvSpPr/>
            <p:nvPr/>
          </p:nvSpPr>
          <p:spPr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63" name="Google Shape;163;p13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64" name="Google Shape;164;p13"/>
          <p:cNvSpPr txBox="1"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3"/>
          <p:cNvSpPr>
            <a:spLocks noGrp="1"/>
          </p:cNvSpPr>
          <p:nvPr>
            <p:ph type="pic" idx="2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784"/>
              </a:srgbClr>
            </a:outerShdw>
          </a:effectLst>
        </p:spPr>
      </p:sp>
      <p:sp>
        <p:nvSpPr>
          <p:cNvPr id="166" name="Google Shape;166;p13"/>
          <p:cNvSpPr txBox="1">
            <a:spLocks noGrp="1"/>
          </p:cNvSpPr>
          <p:nvPr>
            <p:ph type="body" idx="1"/>
          </p:nvPr>
        </p:nvSpPr>
        <p:spPr>
          <a:xfrm>
            <a:off x="1154954" y="5536665"/>
            <a:ext cx="8825658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aption">
  <p:cSld name="Title and Caption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3" name="Google Shape;173;p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9019"/>
                  </a:srgbClr>
                </a:gs>
                <a:gs pos="36000">
                  <a:srgbClr val="9B6BF2">
                    <a:alpha val="784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882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4705"/>
                  </a:srgbClr>
                </a:gs>
                <a:gs pos="36000">
                  <a:srgbClr val="9B6BF2">
                    <a:alpha val="3921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 rot="-589932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 extrusionOk="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81" name="Google Shape;181;p14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82" name="Google Shape;182;p14"/>
          <p:cNvSpPr txBox="1"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body" idx="1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with Caption">
  <p:cSld name="Quote with Caption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0" name="Google Shape;190;p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9019"/>
                  </a:srgbClr>
                </a:gs>
                <a:gs pos="36000">
                  <a:srgbClr val="9B6BF2">
                    <a:alpha val="784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882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4705"/>
                  </a:srgbClr>
                </a:gs>
                <a:gs pos="36000">
                  <a:srgbClr val="9B6BF2">
                    <a:alpha val="3921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 rot="-589932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98" name="Google Shape;198;p15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99" name="Google Shape;199;p15"/>
          <p:cNvSpPr txBox="1"/>
          <p:nvPr/>
        </p:nvSpPr>
        <p:spPr>
          <a:xfrm>
            <a:off x="881566" y="607336"/>
            <a:ext cx="80191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9884458" y="2613787"/>
            <a:ext cx="652763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5"/>
          <p:cNvSpPr txBox="1"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body" idx="1"/>
          </p:nvPr>
        </p:nvSpPr>
        <p:spPr>
          <a:xfrm>
            <a:off x="1945945" y="3678766"/>
            <a:ext cx="7731219" cy="34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body" idx="2"/>
          </p:nvPr>
        </p:nvSpPr>
        <p:spPr>
          <a:xfrm>
            <a:off x="1154954" y="5029199"/>
            <a:ext cx="9244897" cy="997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5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body" idx="2"/>
          </p:nvPr>
        </p:nvSpPr>
        <p:spPr>
          <a:xfrm>
            <a:off x="1154953" y="3179764"/>
            <a:ext cx="3141879" cy="284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body" idx="3"/>
          </p:nvPr>
        </p:nvSpPr>
        <p:spPr>
          <a:xfrm>
            <a:off x="4512721" y="2603500"/>
            <a:ext cx="314700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body" idx="4"/>
          </p:nvPr>
        </p:nvSpPr>
        <p:spPr>
          <a:xfrm>
            <a:off x="4512721" y="3179763"/>
            <a:ext cx="3147009" cy="284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body" idx="5"/>
          </p:nvPr>
        </p:nvSpPr>
        <p:spPr>
          <a:xfrm>
            <a:off x="7888135" y="2603501"/>
            <a:ext cx="314573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body" idx="6"/>
          </p:nvPr>
        </p:nvSpPr>
        <p:spPr>
          <a:xfrm>
            <a:off x="7888329" y="3179762"/>
            <a:ext cx="3145536" cy="284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16" name="Google Shape;216;p16"/>
          <p:cNvCxnSpPr/>
          <p:nvPr/>
        </p:nvCxnSpPr>
        <p:spPr>
          <a:xfrm>
            <a:off x="4403971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7" name="Google Shape;217;p16"/>
          <p:cNvCxnSpPr/>
          <p:nvPr/>
        </p:nvCxnSpPr>
        <p:spPr>
          <a:xfrm>
            <a:off x="7772401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Google Shape;218;p16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6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7"/>
          <p:cNvSpPr txBox="1">
            <a:spLocks noGrp="1"/>
          </p:cNvSpPr>
          <p:nvPr>
            <p:ph type="body" idx="1"/>
          </p:nvPr>
        </p:nvSpPr>
        <p:spPr>
          <a:xfrm rot="5400000">
            <a:off x="3859634" y="-101180"/>
            <a:ext cx="3416300" cy="882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24" name="Google Shape;224;p17"/>
          <p:cNvSpPr txBox="1">
            <a:spLocks noGrp="1"/>
          </p:cNvSpPr>
          <p:nvPr>
            <p:ph type="dt" idx="10"/>
          </p:nvPr>
        </p:nvSpPr>
        <p:spPr>
          <a:xfrm>
            <a:off x="10695439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1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9" name="Google Shape;229;p1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9019"/>
                  </a:srgbClr>
                </a:gs>
                <a:gs pos="36000">
                  <a:srgbClr val="9B6BF2">
                    <a:alpha val="784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882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4705"/>
                  </a:srgbClr>
                </a:gs>
                <a:gs pos="36000">
                  <a:srgbClr val="9B6BF2">
                    <a:alpha val="3921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8"/>
            <p:cNvSpPr/>
            <p:nvPr/>
          </p:nvSpPr>
          <p:spPr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8"/>
            <p:cNvSpPr/>
            <p:nvPr/>
          </p:nvSpPr>
          <p:spPr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38" name="Google Shape;238;p18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39" name="Google Shape;239;p18"/>
          <p:cNvSpPr txBox="1">
            <a:spLocks noGrp="1"/>
          </p:cNvSpPr>
          <p:nvPr>
            <p:ph type="title"/>
          </p:nvPr>
        </p:nvSpPr>
        <p:spPr>
          <a:xfrm rot="5400000">
            <a:off x="6915922" y="2947779"/>
            <a:ext cx="4748590" cy="1409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8"/>
          <p:cNvSpPr txBox="1">
            <a:spLocks noGrp="1"/>
          </p:cNvSpPr>
          <p:nvPr>
            <p:ph type="body" idx="1"/>
          </p:nvPr>
        </p:nvSpPr>
        <p:spPr>
          <a:xfrm rot="5400000">
            <a:off x="1908671" y="524749"/>
            <a:ext cx="4748590" cy="625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41" name="Google Shape;241;p18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2135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8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Google Shape;7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9019"/>
                  </a:srgbClr>
                </a:gs>
                <a:gs pos="36000">
                  <a:srgbClr val="9B6BF2">
                    <a:alpha val="784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882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4705"/>
                  </a:srgbClr>
                </a:gs>
                <a:gs pos="36000">
                  <a:srgbClr val="9B6BF2">
                    <a:alpha val="3921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1764"/>
                  </a:srgbClr>
                </a:gs>
                <a:gs pos="36000">
                  <a:srgbClr val="9B6BF2">
                    <a:alpha val="4705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rot="-589932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BG"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BG"/>
            </a:p>
          </p:txBody>
        </p:sp>
      </p:grpSp>
      <p:sp>
        <p:nvSpPr>
          <p:cNvPr id="16" name="Google Shape;16;p1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"/>
              <a:buChar char="►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"/>
              <a:buChar char="►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"/>
              <a:buChar char="►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49;p19">
            <a:extLst>
              <a:ext uri="{FF2B5EF4-FFF2-40B4-BE49-F238E27FC236}">
                <a16:creationId xmlns:a16="http://schemas.microsoft.com/office/drawing/2014/main" id="{CE67F41E-0AF0-F82A-97B4-03BF18CE46D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185" b="-4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>
            <a:spLocks noGrp="1"/>
          </p:cNvSpPr>
          <p:nvPr>
            <p:ph type="title"/>
          </p:nvPr>
        </p:nvSpPr>
        <p:spPr>
          <a:xfrm>
            <a:off x="1154954" y="2370667"/>
            <a:ext cx="8825700" cy="18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55" name="Google Shape;255;p20"/>
          <p:cNvSpPr txBox="1">
            <a:spLocks noGrp="1"/>
          </p:cNvSpPr>
          <p:nvPr>
            <p:ph type="body" idx="1"/>
          </p:nvPr>
        </p:nvSpPr>
        <p:spPr>
          <a:xfrm>
            <a:off x="1154954" y="5024967"/>
            <a:ext cx="88257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pic>
        <p:nvPicPr>
          <p:cNvPr id="256" name="Google Shape;256;p20"/>
          <p:cNvPicPr preferRelativeResize="0"/>
          <p:nvPr/>
        </p:nvPicPr>
        <p:blipFill rotWithShape="1">
          <a:blip r:embed="rId3">
            <a:alphaModFix/>
          </a:blip>
          <a:srcRect l="17569" r="8948"/>
          <a:stretch/>
        </p:blipFill>
        <p:spPr>
          <a:xfrm>
            <a:off x="3943925" y="6193900"/>
            <a:ext cx="3183550" cy="57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62" name="Google Shape;262;p21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pic>
        <p:nvPicPr>
          <p:cNvPr id="263" name="Google Shape;263;p21"/>
          <p:cNvPicPr preferRelativeResize="0"/>
          <p:nvPr/>
        </p:nvPicPr>
        <p:blipFill rotWithShape="1">
          <a:blip r:embed="rId3">
            <a:alphaModFix/>
          </a:blip>
          <a:srcRect l="17569" r="8948"/>
          <a:stretch/>
        </p:blipFill>
        <p:spPr>
          <a:xfrm>
            <a:off x="3943925" y="6193900"/>
            <a:ext cx="3183550" cy="57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69" name="Google Shape;269;p22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pic>
        <p:nvPicPr>
          <p:cNvPr id="270" name="Google Shape;270;p22"/>
          <p:cNvPicPr preferRelativeResize="0"/>
          <p:nvPr/>
        </p:nvPicPr>
        <p:blipFill rotWithShape="1">
          <a:blip r:embed="rId3">
            <a:alphaModFix/>
          </a:blip>
          <a:srcRect l="17569" r="8948"/>
          <a:stretch/>
        </p:blipFill>
        <p:spPr>
          <a:xfrm>
            <a:off x="3943925" y="6193900"/>
            <a:ext cx="3183550" cy="5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>
            <a:spLocks noGrp="1"/>
          </p:cNvSpPr>
          <p:nvPr>
            <p:ph type="body" idx="2"/>
          </p:nvPr>
        </p:nvSpPr>
        <p:spPr>
          <a:xfrm>
            <a:off x="6208712" y="2603500"/>
            <a:ext cx="4825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8257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77" name="Google Shape;277;p23"/>
          <p:cNvSpPr txBox="1">
            <a:spLocks noGrp="1"/>
          </p:cNvSpPr>
          <p:nvPr>
            <p:ph type="body" idx="1"/>
          </p:nvPr>
        </p:nvSpPr>
        <p:spPr>
          <a:xfrm>
            <a:off x="1154954" y="4532844"/>
            <a:ext cx="30504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pic>
        <p:nvPicPr>
          <p:cNvPr id="278" name="Google Shape;278;p23"/>
          <p:cNvPicPr preferRelativeResize="0"/>
          <p:nvPr/>
        </p:nvPicPr>
        <p:blipFill rotWithShape="1">
          <a:blip r:embed="rId3">
            <a:alphaModFix/>
          </a:blip>
          <a:srcRect l="17569" r="8948"/>
          <a:stretch/>
        </p:blipFill>
        <p:spPr>
          <a:xfrm>
            <a:off x="3943925" y="6193900"/>
            <a:ext cx="3183550" cy="5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>
            <a:spLocks noGrp="1"/>
          </p:cNvSpPr>
          <p:nvPr>
            <p:ph type="body" idx="3"/>
          </p:nvPr>
        </p:nvSpPr>
        <p:spPr>
          <a:xfrm>
            <a:off x="1154954" y="5109106"/>
            <a:ext cx="30504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</a:pPr>
            <a:endParaRPr/>
          </a:p>
        </p:txBody>
      </p:sp>
      <p:sp>
        <p:nvSpPr>
          <p:cNvPr id="280" name="Google Shape;280;p23"/>
          <p:cNvSpPr>
            <a:spLocks noGrp="1"/>
          </p:cNvSpPr>
          <p:nvPr>
            <p:ph type="pic" idx="2"/>
          </p:nvPr>
        </p:nvSpPr>
        <p:spPr>
          <a:xfrm>
            <a:off x="1334553" y="2603500"/>
            <a:ext cx="2691300" cy="15915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784"/>
              </a:srgbClr>
            </a:outerShdw>
          </a:effectLst>
        </p:spPr>
        <p:txBody>
          <a:bodyPr/>
          <a:lstStyle/>
          <a:p>
            <a:endParaRPr lang="en-BG"/>
          </a:p>
        </p:txBody>
      </p:sp>
      <p:sp>
        <p:nvSpPr>
          <p:cNvPr id="281" name="Google Shape;281;p23"/>
          <p:cNvSpPr txBox="1">
            <a:spLocks noGrp="1"/>
          </p:cNvSpPr>
          <p:nvPr>
            <p:ph type="body" idx="4"/>
          </p:nvPr>
        </p:nvSpPr>
        <p:spPr>
          <a:xfrm>
            <a:off x="4568865" y="4532844"/>
            <a:ext cx="30504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endParaRPr/>
          </a:p>
        </p:txBody>
      </p:sp>
      <p:sp>
        <p:nvSpPr>
          <p:cNvPr id="282" name="Google Shape;282;p23"/>
          <p:cNvSpPr>
            <a:spLocks noGrp="1"/>
          </p:cNvSpPr>
          <p:nvPr>
            <p:ph type="pic" idx="5"/>
          </p:nvPr>
        </p:nvSpPr>
        <p:spPr>
          <a:xfrm>
            <a:off x="4748462" y="2603500"/>
            <a:ext cx="2691300" cy="15915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784"/>
              </a:srgbClr>
            </a:outerShdw>
          </a:effectLst>
        </p:spPr>
        <p:txBody>
          <a:bodyPr/>
          <a:lstStyle/>
          <a:p>
            <a:endParaRPr lang="en-BG"/>
          </a:p>
        </p:txBody>
      </p:sp>
      <p:sp>
        <p:nvSpPr>
          <p:cNvPr id="283" name="Google Shape;283;p23"/>
          <p:cNvSpPr txBox="1">
            <a:spLocks noGrp="1"/>
          </p:cNvSpPr>
          <p:nvPr>
            <p:ph type="body" idx="6"/>
          </p:nvPr>
        </p:nvSpPr>
        <p:spPr>
          <a:xfrm>
            <a:off x="4570172" y="5109105"/>
            <a:ext cx="30504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</a:pPr>
            <a:endParaRPr/>
          </a:p>
        </p:txBody>
      </p:sp>
      <p:sp>
        <p:nvSpPr>
          <p:cNvPr id="284" name="Google Shape;284;p23"/>
          <p:cNvSpPr txBox="1">
            <a:spLocks noGrp="1"/>
          </p:cNvSpPr>
          <p:nvPr>
            <p:ph type="body" idx="7"/>
          </p:nvPr>
        </p:nvSpPr>
        <p:spPr>
          <a:xfrm>
            <a:off x="7982775" y="4532845"/>
            <a:ext cx="30510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endParaRPr/>
          </a:p>
        </p:txBody>
      </p:sp>
      <p:sp>
        <p:nvSpPr>
          <p:cNvPr id="285" name="Google Shape;285;p23"/>
          <p:cNvSpPr>
            <a:spLocks noGrp="1"/>
          </p:cNvSpPr>
          <p:nvPr>
            <p:ph type="pic" idx="8"/>
          </p:nvPr>
        </p:nvSpPr>
        <p:spPr>
          <a:xfrm>
            <a:off x="8163031" y="2603500"/>
            <a:ext cx="2691300" cy="15915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784"/>
              </a:srgbClr>
            </a:outerShdw>
          </a:effectLst>
        </p:spPr>
        <p:txBody>
          <a:bodyPr/>
          <a:lstStyle/>
          <a:p>
            <a:endParaRPr lang="en-BG"/>
          </a:p>
        </p:txBody>
      </p:sp>
      <p:sp>
        <p:nvSpPr>
          <p:cNvPr id="286" name="Google Shape;286;p23"/>
          <p:cNvSpPr txBox="1">
            <a:spLocks noGrp="1"/>
          </p:cNvSpPr>
          <p:nvPr>
            <p:ph type="body" idx="9"/>
          </p:nvPr>
        </p:nvSpPr>
        <p:spPr>
          <a:xfrm>
            <a:off x="7982775" y="5109104"/>
            <a:ext cx="30510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4"/>
          <p:cNvPicPr preferRelativeResize="0"/>
          <p:nvPr/>
        </p:nvPicPr>
        <p:blipFill rotWithShape="1">
          <a:blip r:embed="rId3">
            <a:alphaModFix/>
          </a:blip>
          <a:srcRect l="17569" r="8948"/>
          <a:stretch/>
        </p:blipFill>
        <p:spPr>
          <a:xfrm>
            <a:off x="3943925" y="6193900"/>
            <a:ext cx="3183550" cy="57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97" name="Google Shape;297;p25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n Boardroom">
  <a:themeElements>
    <a:clrScheme name="Ion Boardroom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Noto Sans</vt:lpstr>
      <vt:lpstr>Arial</vt:lpstr>
      <vt:lpstr>Century Gothic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Н. Тихомирова</cp:lastModifiedBy>
  <cp:revision>1</cp:revision>
  <dcterms:modified xsi:type="dcterms:W3CDTF">2025-11-26T19:05:36Z</dcterms:modified>
</cp:coreProperties>
</file>